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3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6463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 used; content derived from the user's assignment prompt and package-generated assets.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 used; content derived from the user's assignment prompt and package-generated assets.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 used; content derived from the user's assignment prompt and package-generated assets.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 used; content derived from the user's assignment prompt and package-generated assets.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 used; content derived from the user's assignment prompt and package-generated assets.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 used; content derived from the user's assignment prompt and package-generated assets.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 used; content derived from the user's assignment prompt and package-generated assets.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 used; content derived from the user's assignment prompt and package-generated assets.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 used; content derived from the user's assignment prompt and package-generated assets.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 used; content derived from the user's assignment prompt and package-generated assets.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 used; content derived from the user's assignment prompt and package-generated assets.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A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A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85800"/>
            <a:ext cx="10881360" cy="539496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183880" y="685800"/>
            <a:ext cx="3337560" cy="5394960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1143000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Controlled Stable Diffusion for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E-Commerce Product Image Generation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24128" y="2331720"/>
            <a:ext cx="6172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</a:rPr>
              <a:t>Submission-ready starter kit for the challenge scenario: data-driven product images with prompt control, evaluation, and reporting.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3429000"/>
            <a:ext cx="1051560" cy="320040"/>
          </a:xfrm>
          <a:prstGeom prst="roundRect">
            <a:avLst>
              <a:gd name="adj" fmla="val 22857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346100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Option 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94560" y="3429000"/>
            <a:ext cx="1965960" cy="320040"/>
          </a:xfrm>
          <a:prstGeom prst="roundRect">
            <a:avLst>
              <a:gd name="adj" fmla="val 22857"/>
            </a:avLst>
          </a:prstGeom>
          <a:solidFill>
            <a:srgbClr val="10A7A3"/>
          </a:solidFill>
          <a:ln w="12700">
            <a:solidFill>
              <a:srgbClr val="10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94560" y="34610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Baseline vs Improved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3429000"/>
            <a:ext cx="2148840" cy="320040"/>
          </a:xfrm>
          <a:prstGeom prst="roundRect">
            <a:avLst>
              <a:gd name="adj" fmla="val 22857"/>
            </a:avLst>
          </a:prstGeom>
          <a:solidFill>
            <a:srgbClr val="2F9E44"/>
          </a:solidFill>
          <a:ln w="12700">
            <a:solidFill>
              <a:srgbClr val="2F9E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97680" y="346100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10+ Slide PPT Included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" y="3977640"/>
            <a:ext cx="6309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60120" y="3977640"/>
            <a:ext cx="109728" cy="146304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16152" y="4142232"/>
            <a:ext cx="5961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</a:rPr>
              <a:t>What is inside the ZIP?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16152" y="4434840"/>
            <a:ext cx="59253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Code skeleton, sample dataset, prompt templates, evaluation scripts, README, AI disclosure, demo video script, and a PowerPoint deck with placeholders for your final outputs.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458200" y="1078992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458200" y="1078992"/>
            <a:ext cx="109728" cy="100584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714232" y="1243584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</a:rPr>
              <a:t>Pipeline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714232" y="1536192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Metadata → prompts → Stable Diffusion → evaluation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58200" y="224028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458200" y="2240280"/>
            <a:ext cx="109728" cy="1005840"/>
          </a:xfrm>
          <a:prstGeom prst="rect">
            <a:avLst/>
          </a:prstGeom>
          <a:solidFill>
            <a:srgbClr val="10A7A3"/>
          </a:solidFill>
          <a:ln w="12700">
            <a:solidFill>
              <a:srgbClr val="10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714232" y="240487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</a:rPr>
              <a:t>Control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714232" y="2697480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Structured prompts + negative prompts + optional ControlNet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458200" y="3401568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458200" y="3401568"/>
            <a:ext cx="109728" cy="1005840"/>
          </a:xfrm>
          <a:prstGeom prst="rect">
            <a:avLst/>
          </a:prstGeom>
          <a:solidFill>
            <a:srgbClr val="2F9E44"/>
          </a:solidFill>
          <a:ln w="12700">
            <a:solidFill>
              <a:srgbClr val="2F9E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714232" y="3566160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</a:rPr>
              <a:t>Metrics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714232" y="3858768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Alignment, consistency, diversity, quality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458200" y="4562856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458200" y="4562856"/>
            <a:ext cx="109728" cy="1005840"/>
          </a:xfrm>
          <a:prstGeom prst="rect">
            <a:avLst/>
          </a:prstGeom>
          <a:solidFill>
            <a:srgbClr val="F59F00"/>
          </a:solidFill>
          <a:ln w="12700">
            <a:solidFill>
              <a:srgbClr val="F59F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714232" y="472744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</a:rPr>
              <a:t>Deliverables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714232" y="5020056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Slides, repo docs, sample outputs, and demo script</a:t>
            </a:r>
            <a:endParaRPr lang="en-US" sz="13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A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 scenario and system goal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3"/>
                </a:solidFill>
              </a:rPr>
              <a:t>Choose one real-world setting and build a controlled, evaluated Stable Diffusion pipeline.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9728" cy="452628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6112" y="1490472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</a:rPr>
              <a:t>Selected scenario: E-commerce product imagery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86968" y="1896549"/>
            <a:ext cx="3273552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Goal: generate catalog-ready product images from structured metadata such as title, category, material, color, style, functional attributes, and target camera view.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Business value: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faster listing creation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lower photography cost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scalable style consistency across SKUs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1325880"/>
            <a:ext cx="3383280" cy="4526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80560" y="1325880"/>
            <a:ext cx="109728" cy="4526280"/>
          </a:xfrm>
          <a:prstGeom prst="rect">
            <a:avLst/>
          </a:prstGeom>
          <a:solidFill>
            <a:srgbClr val="10A7A3"/>
          </a:solidFill>
          <a:ln w="12700">
            <a:solidFill>
              <a:srgbClr val="10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36592" y="1490472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</a:rPr>
              <a:t>Core research question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36592" y="1783080"/>
            <a:ext cx="2999232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Does stronger prompt control improve alignment and consistency without collapsing diversity?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This project compares: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1) naive prompts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2) structured prompts + negative prompts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3) optional structured prompts + ControlNet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92440" y="1325880"/>
            <a:ext cx="3474720" cy="45262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39328" y="15727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8324A"/>
                </a:solidFill>
              </a:rPr>
              <a:t>Required in your final submission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275320" y="1965960"/>
            <a:ext cx="2926080" cy="3520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Working Stable Diffusion pipeline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At least one control mechanism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Data-to-prompt mapping strategy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Baseline vs improved evaluation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Failure cases and analysis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PPT, video, GitHub repo, and AI disclosure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A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and data schema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3"/>
                </a:solidFill>
              </a:rPr>
              <a:t>A compact CSV schema is included so you can start with a repeatable metadata-to-prompt process.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280160"/>
            <a:ext cx="72694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" y="153619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</a:rPr>
              <a:t>Sample CSV columns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96112" y="1920240"/>
            <a:ext cx="205740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53512" y="1920240"/>
            <a:ext cx="4681728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199339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product_id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90672" y="1993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Stable key for grouping outputs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96112" y="2331720"/>
            <a:ext cx="2057400" cy="384048"/>
          </a:xfrm>
          <a:prstGeom prst="rect">
            <a:avLst/>
          </a:prstGeom>
          <a:solidFill>
            <a:srgbClr val="EEF3FF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953512" y="2331720"/>
            <a:ext cx="4681728" cy="384048"/>
          </a:xfrm>
          <a:prstGeom prst="rect">
            <a:avLst/>
          </a:prstGeom>
          <a:solidFill>
            <a:srgbClr val="EEF3FF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5840" y="240487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title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90672" y="24048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Product name used in prompt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" y="2743200"/>
            <a:ext cx="205740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953512" y="2743200"/>
            <a:ext cx="4681728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28163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category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90672" y="28163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Domain cue such as drinkware or electronics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6112" y="3154680"/>
            <a:ext cx="2057400" cy="384048"/>
          </a:xfrm>
          <a:prstGeom prst="rect">
            <a:avLst/>
          </a:prstGeom>
          <a:solidFill>
            <a:srgbClr val="EEF3FF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953512" y="3154680"/>
            <a:ext cx="4681728" cy="384048"/>
          </a:xfrm>
          <a:prstGeom prst="rect">
            <a:avLst/>
          </a:prstGeom>
          <a:solidFill>
            <a:srgbClr val="EEF3FF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05840" y="322783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color / material / style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90672" y="32278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Visual constraints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6112" y="3566160"/>
            <a:ext cx="205740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953512" y="3566160"/>
            <a:ext cx="4681728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05840" y="363931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attributes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090672" y="363931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Functional details to preserve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96112" y="3977640"/>
            <a:ext cx="2057400" cy="384048"/>
          </a:xfrm>
          <a:prstGeom prst="rect">
            <a:avLst/>
          </a:prstGeom>
          <a:solidFill>
            <a:srgbClr val="EEF3FF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953512" y="3977640"/>
            <a:ext cx="4681728" cy="384048"/>
          </a:xfrm>
          <a:prstGeom prst="rect">
            <a:avLst/>
          </a:prstGeom>
          <a:solidFill>
            <a:srgbClr val="EEF3FF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05840" y="405079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target_view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090672" y="40507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Front, side, 3/4 angle, etc.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96112" y="4389120"/>
            <a:ext cx="205740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953512" y="4389120"/>
            <a:ext cx="4681728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05840" y="446227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environment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090672" y="44622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Background or scene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96112" y="4800600"/>
            <a:ext cx="2057400" cy="384048"/>
          </a:xfrm>
          <a:prstGeom prst="rect">
            <a:avLst/>
          </a:prstGeom>
          <a:solidFill>
            <a:srgbClr val="EEF3FF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953512" y="4800600"/>
            <a:ext cx="4681728" cy="384048"/>
          </a:xfrm>
          <a:prstGeom prst="rect">
            <a:avLst/>
          </a:prstGeom>
          <a:solidFill>
            <a:srgbClr val="EEF3FF"/>
          </a:solidFill>
          <a:ln w="635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05840" y="48737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baseline_prompt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090672" y="48737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Naive comparison prompt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183880" y="13258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183880" y="1325880"/>
            <a:ext cx="109728" cy="196596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439912" y="1490472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</a:rPr>
              <a:t>Included sample products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439912" y="1783080"/>
            <a:ext cx="304495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The starter CSV includes example rows for: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insulated water bottle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ceramic coffee mug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wireless over-ear headphones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Each appears in multiple views.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183880" y="356616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183880" y="3566160"/>
            <a:ext cx="109728" cy="2148840"/>
          </a:xfrm>
          <a:prstGeom prst="rect">
            <a:avLst/>
          </a:prstGeom>
          <a:solidFill>
            <a:srgbClr val="10A7A3"/>
          </a:solidFill>
          <a:ln w="12700">
            <a:solidFill>
              <a:srgbClr val="10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439912" y="3730752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</a:rPr>
              <a:t>Why structured data matters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8439912" y="4023360"/>
            <a:ext cx="3044952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It makes the generation process auditable. You can trace each attribute in the input row to a specific phrase in the prompt and measure whether the output preserves it.</a:t>
            </a:r>
            <a:endParaRPr lang="en-US" sz="13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A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Stable Diffusion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3"/>
                </a:solidFill>
              </a:rPr>
              <a:t>The repository includes a Python pipeline using Diffusers and a fallback placeholder path for environments without a model.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468880" y="2487168"/>
            <a:ext cx="457200" cy="502920"/>
          </a:xfrm>
          <a:prstGeom prst="chevron">
            <a:avLst/>
          </a:prstGeom>
          <a:solidFill>
            <a:srgbClr val="CFD8E6"/>
          </a:solidFill>
          <a:ln w="12700">
            <a:solidFill>
              <a:srgbClr val="CFD8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1737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254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542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324A"/>
                </a:solidFill>
              </a:rPr>
              <a:t>Metadata CSV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09160" y="2487168"/>
            <a:ext cx="457200" cy="502920"/>
          </a:xfrm>
          <a:prstGeom prst="chevron">
            <a:avLst/>
          </a:prstGeom>
          <a:solidFill>
            <a:srgbClr val="CFD8E6"/>
          </a:solidFill>
          <a:ln w="12700">
            <a:solidFill>
              <a:srgbClr val="CFD8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971800" y="2057400"/>
            <a:ext cx="1737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25400">
            <a:solidFill>
              <a:srgbClr val="10A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08960" y="2542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324A"/>
                </a:solidFill>
              </a:rPr>
              <a:t>Prompt Builder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949440" y="2487168"/>
            <a:ext cx="457200" cy="502920"/>
          </a:xfrm>
          <a:prstGeom prst="chevron">
            <a:avLst/>
          </a:prstGeom>
          <a:solidFill>
            <a:srgbClr val="CFD8E6"/>
          </a:solidFill>
          <a:ln w="12700">
            <a:solidFill>
              <a:srgbClr val="CFD8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212080" y="2057400"/>
            <a:ext cx="1737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25400">
            <a:solidFill>
              <a:srgbClr val="2F9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49240" y="2542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324A"/>
                </a:solidFill>
              </a:rPr>
              <a:t>Stable Diffusion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89720" y="2487168"/>
            <a:ext cx="457200" cy="502920"/>
          </a:xfrm>
          <a:prstGeom prst="chevron">
            <a:avLst/>
          </a:prstGeom>
          <a:solidFill>
            <a:srgbClr val="CFD8E6"/>
          </a:solidFill>
          <a:ln w="12700">
            <a:solidFill>
              <a:srgbClr val="CFD8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452360" y="2057400"/>
            <a:ext cx="1737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25400">
            <a:solidFill>
              <a:srgbClr val="F59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589520" y="2542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324A"/>
                </a:solidFill>
              </a:rPr>
              <a:t>Output Images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92640" y="2057400"/>
            <a:ext cx="1737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25400">
            <a:solidFill>
              <a:srgbClr val="E031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829800" y="2542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324A"/>
                </a:solidFill>
              </a:rPr>
              <a:t>Evaluation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68680" y="406908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68680" y="4069080"/>
            <a:ext cx="109728" cy="141732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24712" y="4233672"/>
            <a:ext cx="2990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</a:rPr>
              <a:t>Pipeline implementation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24712" y="4526280"/>
            <a:ext cx="295351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`src/generate.py` loads metadata, creates baseline or structured prompts, calls the diffusion pipeline, and stores outputs per product and target view.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407408" y="406908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407408" y="4069080"/>
            <a:ext cx="109728" cy="1417320"/>
          </a:xfrm>
          <a:prstGeom prst="rect">
            <a:avLst/>
          </a:prstGeom>
          <a:solidFill>
            <a:srgbClr val="10A7A3"/>
          </a:solidFill>
          <a:ln w="12700">
            <a:solidFill>
              <a:srgbClr val="10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63440" y="4233672"/>
            <a:ext cx="2990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</a:rPr>
              <a:t>Control hooks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663440" y="4526280"/>
            <a:ext cx="295351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Negative prompts are required in the improved configuration. Optional ControlNet support is exposed in the config for stronger geometric or layout conditioning.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946136" y="406908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946136" y="4069080"/>
            <a:ext cx="109728" cy="1417320"/>
          </a:xfrm>
          <a:prstGeom prst="rect">
            <a:avLst/>
          </a:prstGeom>
          <a:solidFill>
            <a:srgbClr val="2F9E44"/>
          </a:solidFill>
          <a:ln w="12700">
            <a:solidFill>
              <a:srgbClr val="2F9E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02168" y="4233672"/>
            <a:ext cx="2990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</a:rPr>
              <a:t>Fallback behavior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202168" y="4526280"/>
            <a:ext cx="295351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If a model is unavailable, the script writes visible placeholder images so the rest of the submission materials still render cleanly.</a:t>
            </a:r>
            <a:endParaRPr lang="en-US" sz="13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A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design: baseline vs structured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3"/>
                </a:solidFill>
              </a:rPr>
              <a:t>This is the main controlled comparison in the starter project.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657600" cy="4434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109728" cy="4434840"/>
          </a:xfrm>
          <a:prstGeom prst="rect">
            <a:avLst/>
          </a:prstGeom>
          <a:solidFill>
            <a:srgbClr val="E03131"/>
          </a:solidFill>
          <a:ln w="12700">
            <a:solidFill>
              <a:srgbClr val="E031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41832" y="1490472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</a:rPr>
              <a:t>Baseline prompt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41832" y="1783080"/>
            <a:ext cx="3273552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Example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“A black water bottle on a white background”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Pros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fast to write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easy baseline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Typical issues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misses material and attributes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inconsistent composition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extra objects or clutter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26280" y="1325880"/>
            <a:ext cx="3657600" cy="4434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26280" y="1325880"/>
            <a:ext cx="109728" cy="443484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82312" y="1490472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</a:rPr>
              <a:t>Structured prompt template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82312" y="1783080"/>
            <a:ext cx="3273552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Commercial e-commerce product photo of {title}, {color}, made of {material}, {style} style. Key attributes: {attributes}. View: {target_view}. Scene: {environment}. Professional product lighting. 85mm product photography. Single product only, photorealistic, catalog-ready.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66760" y="1325880"/>
            <a:ext cx="3154680" cy="443484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366760" y="1325880"/>
            <a:ext cx="109728" cy="4434840"/>
          </a:xfrm>
          <a:prstGeom prst="rect">
            <a:avLst/>
          </a:prstGeom>
          <a:solidFill>
            <a:srgbClr val="10A7A3"/>
          </a:solidFill>
          <a:ln w="12700">
            <a:solidFill>
              <a:srgbClr val="10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22792" y="1490472"/>
            <a:ext cx="2807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</a:rPr>
              <a:t>Expected effect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22792" y="1783080"/>
            <a:ext cx="2770632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Structured prompts improve attribute coverage and reduce ambiguity. The trade-off is that stricter prompts can reduce output diversity if over-specified.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A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Required control strategy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3"/>
                </a:solidFill>
              </a:rPr>
              <a:t>At least one control mechanism is mandatory; this starter kit uses two and leaves room for a third.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474720" cy="42519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09728" cy="425196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41832" y="1581912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</a:rPr>
              <a:t>1. Structured templates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41832" y="1874520"/>
            <a:ext cx="3090672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Fields from the metadata row are injected into fixed prompt slots. This improves traceability and keeps experiments reproducible.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70832" y="1417320"/>
            <a:ext cx="3474720" cy="42519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70832" y="1417320"/>
            <a:ext cx="109728" cy="4251960"/>
          </a:xfrm>
          <a:prstGeom prst="rect">
            <a:avLst/>
          </a:prstGeom>
          <a:solidFill>
            <a:srgbClr val="10A7A3"/>
          </a:solidFill>
          <a:ln w="12700">
            <a:solidFill>
              <a:srgbClr val="10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26864" y="1581912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</a:rPr>
              <a:t>2. Negative prompts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26864" y="1874520"/>
            <a:ext cx="3090672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Example negative prompt: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low quality, blurry, text, watermark, duplicate product, busy background, human hands, broken geometry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This suppresses common product-image artifacts.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55864" y="1417320"/>
            <a:ext cx="3474720" cy="42519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055864" y="1417320"/>
            <a:ext cx="109728" cy="4251960"/>
          </a:xfrm>
          <a:prstGeom prst="rect">
            <a:avLst/>
          </a:prstGeom>
          <a:solidFill>
            <a:srgbClr val="2F9E44"/>
          </a:solidFill>
          <a:ln w="12700">
            <a:solidFill>
              <a:srgbClr val="2F9E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11896" y="1581912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</a:rPr>
              <a:t>3. Optional ControlNet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11896" y="1874520"/>
            <a:ext cx="3090672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If you add edge maps, masks, or layout guides, you can enforce object boundaries or view structure more strongly for even better catalog consistency.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5897880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59298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Required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99432" y="5897880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10A7A3"/>
          </a:solidFill>
          <a:ln w="12700">
            <a:solidFill>
              <a:srgbClr val="10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99432" y="59298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Required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47888" y="589788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2F9E44"/>
          </a:solidFill>
          <a:ln w="12700">
            <a:solidFill>
              <a:srgbClr val="2F9E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47888" y="59298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Optional Bonus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A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metrics and experiment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3"/>
                </a:solidFill>
              </a:rPr>
              <a:t>The assignment requires measurable evaluation, a baseline comparison, and failure analysis.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562356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</a:rPr>
              <a:t>Required metrics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5029200" cy="2468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Prompt alignment: does the image reflect metadata and prompt content?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Consistency: are multiple views of the same product visually coherent?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Diversity: are generated samples meaningfully distinct and non-duplicate?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Quality: human rubric plus optional automated proxy metrics.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4526280"/>
            <a:ext cx="4983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4526280"/>
            <a:ext cx="109728" cy="1097280"/>
          </a:xfrm>
          <a:prstGeom prst="rect">
            <a:avLst/>
          </a:prstGeom>
          <a:solidFill>
            <a:srgbClr val="F59F00"/>
          </a:solidFill>
          <a:ln w="12700">
            <a:solidFill>
              <a:srgbClr val="F59F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24712" y="4690872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</a:rPr>
              <a:t>Suggested comparison table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24712" y="4983480"/>
            <a:ext cx="4599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Baseline naive prompt | Structured + negative prompt | Optional structured + ControlNet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37960" y="1325880"/>
            <a:ext cx="49834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37960" y="1325880"/>
            <a:ext cx="109728" cy="196596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793992" y="1490472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</a:rPr>
              <a:t>Included scripts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793992" y="1783080"/>
            <a:ext cx="459943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`src/evaluate.py` builds a summary CSV and a qualitative review sheet. `src/compare_baseline.py` creates a simple chart for your report or slides.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37960" y="3611880"/>
            <a:ext cx="49834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537960" y="3611880"/>
            <a:ext cx="109728" cy="1965960"/>
          </a:xfrm>
          <a:prstGeom prst="rect">
            <a:avLst/>
          </a:prstGeom>
          <a:solidFill>
            <a:srgbClr val="E03131"/>
          </a:solidFill>
          <a:ln w="12700">
            <a:solidFill>
              <a:srgbClr val="E031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93992" y="3776472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</a:rPr>
              <a:t>Failure cases to document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93992" y="4069080"/>
            <a:ext cx="459943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Wrong number of objects, color drift, cluttered scenes, distorted geometry, incorrect view angle, and outputs that ignore key product attributes.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A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 slide template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3"/>
                </a:solidFill>
              </a:rPr>
              <a:t>The ZIP includes placeholder images so the deck renders now; replace them with your real pipeline outputs before submission.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13258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</a:rPr>
              <a:t>Baseline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60520" y="13258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</a:rPr>
              <a:t>Structured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52360" y="13258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</a:rPr>
              <a:t>Structured (alt view)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1645920"/>
            <a:ext cx="2834640" cy="283464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data/sd_ecommerce_submission/sample_outputs/P001_baseline_fr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37360"/>
            <a:ext cx="2651760" cy="2651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069080" y="1645920"/>
            <a:ext cx="2834640" cy="283464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/mnt/data/sd_ecommerce_submission/sample_outputs/P001_structured_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737360"/>
            <a:ext cx="2651760" cy="26517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360920" y="1645920"/>
            <a:ext cx="2834640" cy="283464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/mnt/data/sd_ecommerce_submission/sample_outputs/P001_structured_three_quar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1737360"/>
            <a:ext cx="2651760" cy="2651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817352" y="2103120"/>
            <a:ext cx="621792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77240" y="4754880"/>
            <a:ext cx="55778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987552" y="508406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Example narrative: structured prompts usually improve cleanliness, attribute retention, and view consistency, but may over-constrain diversity.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583680" y="4754880"/>
            <a:ext cx="493776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/mnt/data/sd_ecommerce_submission/results/baseline_vs_structu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4828032"/>
            <a:ext cx="1463040" cy="914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A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Findings, insights, and limitations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3"/>
                </a:solidFill>
              </a:rPr>
              <a:t>Use this slide to turn outputs into analysis — not just image dumps.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3474720" cy="44805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371600"/>
            <a:ext cx="109728" cy="448056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41832" y="1536192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</a:rPr>
              <a:t>Findings to look for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41832" y="1828800"/>
            <a:ext cx="309067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which prompt fields mattered most?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did negative prompts reduce text/logo artifacts?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which categories were easiest or hardest?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where did control improve consistency the most?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1688" y="1371600"/>
            <a:ext cx="3474720" cy="44805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61688" y="1371600"/>
            <a:ext cx="109728" cy="4480560"/>
          </a:xfrm>
          <a:prstGeom prst="rect">
            <a:avLst/>
          </a:prstGeom>
          <a:solidFill>
            <a:srgbClr val="E03131"/>
          </a:solidFill>
          <a:ln w="12700">
            <a:solidFill>
              <a:srgbClr val="E031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17720" y="1536192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</a:rPr>
              <a:t>Typical limitations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17720" y="1828800"/>
            <a:ext cx="309067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hard fine-grained geometry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attribute conflicts in long prompts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style and realism trade-offs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stronger control can reduce diversity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diffusion outputs may still miss subtle product details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37576" y="1371600"/>
            <a:ext cx="3474720" cy="44805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037576" y="1371600"/>
            <a:ext cx="109728" cy="4480560"/>
          </a:xfrm>
          <a:prstGeom prst="rect">
            <a:avLst/>
          </a:prstGeom>
          <a:solidFill>
            <a:srgbClr val="2F9E44"/>
          </a:solidFill>
          <a:ln w="12700">
            <a:solidFill>
              <a:srgbClr val="2F9E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93608" y="1536192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</a:rPr>
              <a:t>Bonus extension ideas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93608" y="1828800"/>
            <a:ext cx="309067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image-to-video product spin demo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narration with audio description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multimodal evaluation with text + image + audio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stronger conditioning via ControlNet or reference images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A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GitHub, demo video, and AI disclosure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3"/>
                </a:solidFill>
              </a:rPr>
              <a:t>The challenge explicitly requires transparency about tools and generated content.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09728" cy="192024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41832" y="1581912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</a:rPr>
              <a:t>GitHub repository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41832" y="1874520"/>
            <a:ext cx="318211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Replace with your final URL: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https://github.com/your-username/your-repo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README should include setup, dataset, outputs, and libraries used.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98848" y="14173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98848" y="1417320"/>
            <a:ext cx="109728" cy="1920240"/>
          </a:xfrm>
          <a:prstGeom prst="rect">
            <a:avLst/>
          </a:prstGeom>
          <a:solidFill>
            <a:srgbClr val="10A7A3"/>
          </a:solidFill>
          <a:ln w="12700">
            <a:solidFill>
              <a:srgbClr val="10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1581912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</a:rPr>
              <a:t>Demo video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1874520"/>
            <a:ext cx="318211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Replace with your final video URL: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https://youtube.com/... or GitHub-hosted clip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Keep it concise: system overview, input, output, results.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11896" y="1417320"/>
            <a:ext cx="32004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311896" y="1417320"/>
            <a:ext cx="109728" cy="1920240"/>
          </a:xfrm>
          <a:prstGeom prst="rect">
            <a:avLst/>
          </a:prstGeom>
          <a:solidFill>
            <a:srgbClr val="2F9E44"/>
          </a:solidFill>
          <a:ln w="12700">
            <a:solidFill>
              <a:srgbClr val="2F9E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67928" y="1581912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</a:rPr>
              <a:t>AI tools used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67928" y="1874520"/>
            <a:ext cx="28163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A disclosure template is included in `docs/ai_tool_disclosure.md` and should be copied into your final submission.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703320"/>
            <a:ext cx="108356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5800" y="3703320"/>
            <a:ext cx="109728" cy="2011680"/>
          </a:xfrm>
          <a:prstGeom prst="rect">
            <a:avLst/>
          </a:prstGeom>
          <a:solidFill>
            <a:srgbClr val="F59F00"/>
          </a:solidFill>
          <a:ln w="12700">
            <a:solidFill>
              <a:srgbClr val="F59F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41832" y="3867912"/>
            <a:ext cx="10488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</a:rPr>
              <a:t>Included in the ZIP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41832" y="4160520"/>
            <a:ext cx="1045159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README, config, starter code, sample CSV, evaluation scripts, deck, demo script, AI disclosure, placeholder outputs, and results templates. This makes it easy to finish the project instead of starting from a blank folder.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A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use this starter package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3"/>
                </a:solidFill>
              </a:rPr>
              <a:t>A practical completion checklist for your final submission.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6675120" cy="4389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Install the dependencies and run baseline generation from the sample CSV.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Run structured prompt generation and compare outputs per product/view.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Optionally add ControlNet or another conditioning method for stronger control.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Run evaluation, fill the human quality rubric, and update the results chart.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Replace placeholder images and URLs in the deck, then record the demo video.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Push the final code and outputs to GitHub and submit the ZIP + links.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863840" y="150876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863840" y="1508760"/>
            <a:ext cx="109728" cy="123444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119872" y="1673352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</a:rPr>
              <a:t>Command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19872" y="1965960"/>
            <a:ext cx="28163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python src/generate.py --config configs/default.yaml --mode baseline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63840" y="292608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863840" y="2926080"/>
            <a:ext cx="109728" cy="1234440"/>
          </a:xfrm>
          <a:prstGeom prst="rect">
            <a:avLst/>
          </a:prstGeom>
          <a:solidFill>
            <a:srgbClr val="10A7A3"/>
          </a:solidFill>
          <a:ln w="12700">
            <a:solidFill>
              <a:srgbClr val="10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119872" y="3090672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</a:rPr>
              <a:t>Command 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19872" y="3383280"/>
            <a:ext cx="28163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python src/generate.py --config configs/default.yaml --mode structured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63840" y="434340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863840" y="4343400"/>
            <a:ext cx="109728" cy="1234440"/>
          </a:xfrm>
          <a:prstGeom prst="rect">
            <a:avLst/>
          </a:prstGeom>
          <a:solidFill>
            <a:srgbClr val="2F9E44"/>
          </a:solidFill>
          <a:ln w="12700">
            <a:solidFill>
              <a:srgbClr val="2F9E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19872" y="4507992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</a:rPr>
              <a:t>Command 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19872" y="4800600"/>
            <a:ext cx="28163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python src/evaluate.py --metadata data/sample_products.csv --baseline_dir outputs/baseline --improved_dir outputs/structured --output_csv results/evaluation_summary.csv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A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1736</Words>
  <Application>Microsoft Macintosh PowerPoint</Application>
  <PresentationFormat>Widescreen</PresentationFormat>
  <Paragraphs>213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Controlled Stable Diffusion for E-Commerce Product Image Generation</dc:title>
  <dc:subject>Stable Diffusion e-commerce starter kit</dc:subject>
  <dc:creator>OpenAI</dc:creator>
  <cp:lastModifiedBy>Ghosh, Adrija (UMKC-Student)</cp:lastModifiedBy>
  <cp:revision>2</cp:revision>
  <dcterms:created xsi:type="dcterms:W3CDTF">2026-04-14T15:33:39Z</dcterms:created>
  <dcterms:modified xsi:type="dcterms:W3CDTF">2026-04-21T02:01:24Z</dcterms:modified>
</cp:coreProperties>
</file>